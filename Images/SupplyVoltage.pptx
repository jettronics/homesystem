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-1770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A4EE3E-C51C-46FF-A86D-714B8E2F6002}" type="datetimeFigureOut">
              <a:rPr lang="de-DE" smtClean="0"/>
              <a:t>19.02.2026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68F6A0-EAC2-4ADD-93DE-56541012D13E}" type="slidenum">
              <a:rPr lang="de-DE" smtClean="0"/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/>
          <p:cNvGrpSpPr/>
          <p:nvPr/>
        </p:nvGrpSpPr>
        <p:grpSpPr>
          <a:xfrm>
            <a:off x="684074" y="2420676"/>
            <a:ext cx="7567350" cy="2926118"/>
            <a:chOff x="684074" y="2420676"/>
            <a:chExt cx="7567350" cy="2926118"/>
          </a:xfrm>
        </p:grpSpPr>
        <p:pic>
          <p:nvPicPr>
            <p:cNvPr id="5" name="Grafik 4" descr="VoltageSupply.png"/>
            <p:cNvPicPr>
              <a:picLocks noChangeAspect="1"/>
            </p:cNvPicPr>
            <p:nvPr/>
          </p:nvPicPr>
          <p:blipFill>
            <a:blip r:embed="rId2" cstate="print"/>
            <a:srcRect l="7686" t="36485" r="7281" b="16722"/>
            <a:stretch>
              <a:fillRect/>
            </a:stretch>
          </p:blipFill>
          <p:spPr>
            <a:xfrm>
              <a:off x="684074" y="2420676"/>
              <a:ext cx="7567350" cy="2216150"/>
            </a:xfrm>
            <a:prstGeom prst="rect">
              <a:avLst/>
            </a:prstGeom>
          </p:spPr>
        </p:pic>
        <p:sp>
          <p:nvSpPr>
            <p:cNvPr id="9" name="Geschweifte Klammer links 8"/>
            <p:cNvSpPr/>
            <p:nvPr/>
          </p:nvSpPr>
          <p:spPr>
            <a:xfrm rot="16200000">
              <a:off x="3311860" y="4545124"/>
              <a:ext cx="288032" cy="648072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Geschweifte Klammer links 9"/>
            <p:cNvSpPr/>
            <p:nvPr/>
          </p:nvSpPr>
          <p:spPr>
            <a:xfrm rot="16200000">
              <a:off x="4463988" y="4113076"/>
              <a:ext cx="288032" cy="1512168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Geschweifte Klammer links 10"/>
            <p:cNvSpPr/>
            <p:nvPr/>
          </p:nvSpPr>
          <p:spPr>
            <a:xfrm rot="16200000">
              <a:off x="6228184" y="3933056"/>
              <a:ext cx="288032" cy="1872208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Geschweifte Klammer links 11"/>
            <p:cNvSpPr/>
            <p:nvPr/>
          </p:nvSpPr>
          <p:spPr>
            <a:xfrm rot="16200000">
              <a:off x="2591780" y="4545124"/>
              <a:ext cx="288032" cy="648072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/>
            <p:cNvSpPr txBox="1"/>
            <p:nvPr/>
          </p:nvSpPr>
          <p:spPr>
            <a:xfrm>
              <a:off x="2195736" y="5085184"/>
              <a:ext cx="89800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 err="1" smtClean="0"/>
                <a:t>Rectification</a:t>
              </a:r>
              <a:endParaRPr lang="de-DE" sz="1100" dirty="0"/>
            </a:p>
          </p:txBody>
        </p:sp>
        <p:sp>
          <p:nvSpPr>
            <p:cNvPr id="14" name="Textfeld 13"/>
            <p:cNvSpPr txBox="1"/>
            <p:nvPr/>
          </p:nvSpPr>
          <p:spPr>
            <a:xfrm>
              <a:off x="2987824" y="5085184"/>
              <a:ext cx="104227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 smtClean="0"/>
                <a:t>On/Off </a:t>
              </a:r>
              <a:r>
                <a:rPr lang="de-DE" sz="1100" dirty="0" err="1" smtClean="0"/>
                <a:t>Control</a:t>
              </a:r>
              <a:endParaRPr lang="de-DE" sz="1100" dirty="0"/>
            </a:p>
          </p:txBody>
        </p:sp>
        <p:sp>
          <p:nvSpPr>
            <p:cNvPr id="15" name="Textfeld 14"/>
            <p:cNvSpPr txBox="1"/>
            <p:nvPr/>
          </p:nvSpPr>
          <p:spPr>
            <a:xfrm>
              <a:off x="4139952" y="5085184"/>
              <a:ext cx="106471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 smtClean="0"/>
                <a:t>Buck </a:t>
              </a:r>
              <a:r>
                <a:rPr lang="de-DE" sz="1100" dirty="0" err="1" smtClean="0"/>
                <a:t>Converter</a:t>
              </a:r>
              <a:endParaRPr lang="de-DE" sz="1100" dirty="0"/>
            </a:p>
          </p:txBody>
        </p:sp>
        <p:sp>
          <p:nvSpPr>
            <p:cNvPr id="16" name="Textfeld 15"/>
            <p:cNvSpPr txBox="1"/>
            <p:nvPr/>
          </p:nvSpPr>
          <p:spPr>
            <a:xfrm>
              <a:off x="5940152" y="5085184"/>
              <a:ext cx="88197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 err="1" smtClean="0"/>
                <a:t>Stabilization</a:t>
              </a:r>
              <a:endParaRPr lang="de-DE" sz="11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Bildschirmpräsentation (4:3)</PresentationFormat>
  <Paragraphs>4</Paragraphs>
  <Slides>1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2" baseType="lpstr">
      <vt:lpstr>Larissa-Design</vt:lpstr>
      <vt:lpstr>Folie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Benutzer1</dc:creator>
  <cp:lastModifiedBy>Benutzer1</cp:lastModifiedBy>
  <cp:revision>3</cp:revision>
  <dcterms:created xsi:type="dcterms:W3CDTF">2026-02-19T15:18:42Z</dcterms:created>
  <dcterms:modified xsi:type="dcterms:W3CDTF">2026-02-19T15:36:33Z</dcterms:modified>
</cp:coreProperties>
</file>