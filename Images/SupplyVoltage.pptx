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167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4EE3E-C51C-46FF-A86D-714B8E2F6002}" type="datetimeFigureOut">
              <a:rPr lang="de-DE" smtClean="0"/>
              <a:pPr/>
              <a:t>24.02.2026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F6A0-EAC2-4ADD-93DE-56541012D13E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4EE3E-C51C-46FF-A86D-714B8E2F6002}" type="datetimeFigureOut">
              <a:rPr lang="de-DE" smtClean="0"/>
              <a:pPr/>
              <a:t>24.02.2026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F6A0-EAC2-4ADD-93DE-56541012D13E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4EE3E-C51C-46FF-A86D-714B8E2F6002}" type="datetimeFigureOut">
              <a:rPr lang="de-DE" smtClean="0"/>
              <a:pPr/>
              <a:t>24.02.2026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F6A0-EAC2-4ADD-93DE-56541012D13E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4EE3E-C51C-46FF-A86D-714B8E2F6002}" type="datetimeFigureOut">
              <a:rPr lang="de-DE" smtClean="0"/>
              <a:pPr/>
              <a:t>24.02.2026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F6A0-EAC2-4ADD-93DE-56541012D13E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4EE3E-C51C-46FF-A86D-714B8E2F6002}" type="datetimeFigureOut">
              <a:rPr lang="de-DE" smtClean="0"/>
              <a:pPr/>
              <a:t>24.02.2026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F6A0-EAC2-4ADD-93DE-56541012D13E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4EE3E-C51C-46FF-A86D-714B8E2F6002}" type="datetimeFigureOut">
              <a:rPr lang="de-DE" smtClean="0"/>
              <a:pPr/>
              <a:t>24.02.2026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F6A0-EAC2-4ADD-93DE-56541012D13E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4EE3E-C51C-46FF-A86D-714B8E2F6002}" type="datetimeFigureOut">
              <a:rPr lang="de-DE" smtClean="0"/>
              <a:pPr/>
              <a:t>24.02.2026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F6A0-EAC2-4ADD-93DE-56541012D13E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4EE3E-C51C-46FF-A86D-714B8E2F6002}" type="datetimeFigureOut">
              <a:rPr lang="de-DE" smtClean="0"/>
              <a:pPr/>
              <a:t>24.02.2026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F6A0-EAC2-4ADD-93DE-56541012D13E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4EE3E-C51C-46FF-A86D-714B8E2F6002}" type="datetimeFigureOut">
              <a:rPr lang="de-DE" smtClean="0"/>
              <a:pPr/>
              <a:t>24.02.2026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F6A0-EAC2-4ADD-93DE-56541012D13E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4EE3E-C51C-46FF-A86D-714B8E2F6002}" type="datetimeFigureOut">
              <a:rPr lang="de-DE" smtClean="0"/>
              <a:pPr/>
              <a:t>24.02.2026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F6A0-EAC2-4ADD-93DE-56541012D13E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4EE3E-C51C-46FF-A86D-714B8E2F6002}" type="datetimeFigureOut">
              <a:rPr lang="de-DE" smtClean="0"/>
              <a:pPr/>
              <a:t>24.02.2026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8F6A0-EAC2-4ADD-93DE-56541012D13E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A4EE3E-C51C-46FF-A86D-714B8E2F6002}" type="datetimeFigureOut">
              <a:rPr lang="de-DE" smtClean="0"/>
              <a:pPr/>
              <a:t>24.02.2026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68F6A0-EAC2-4ADD-93DE-56541012D13E}" type="slidenum">
              <a:rPr lang="de-DE" smtClean="0"/>
              <a:pPr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8B467F03-0823-EAD4-9906-68848A50F031}"/>
              </a:ext>
            </a:extLst>
          </p:cNvPr>
          <p:cNvGrpSpPr/>
          <p:nvPr/>
        </p:nvGrpSpPr>
        <p:grpSpPr>
          <a:xfrm>
            <a:off x="899592" y="2420888"/>
            <a:ext cx="7179499" cy="2925906"/>
            <a:chOff x="899592" y="2420888"/>
            <a:chExt cx="7179499" cy="2925906"/>
          </a:xfrm>
        </p:grpSpPr>
        <p:grpSp>
          <p:nvGrpSpPr>
            <p:cNvPr id="4" name="Gruppieren 3">
              <a:extLst>
                <a:ext uri="{FF2B5EF4-FFF2-40B4-BE49-F238E27FC236}">
                  <a16:creationId xmlns:a16="http://schemas.microsoft.com/office/drawing/2014/main" id="{433A2B36-E311-791C-3CAC-206BF6B717F5}"/>
                </a:ext>
              </a:extLst>
            </p:cNvPr>
            <p:cNvGrpSpPr/>
            <p:nvPr/>
          </p:nvGrpSpPr>
          <p:grpSpPr>
            <a:xfrm>
              <a:off x="899592" y="2420888"/>
              <a:ext cx="7179499" cy="2925906"/>
              <a:chOff x="899592" y="2420888"/>
              <a:chExt cx="7179499" cy="2925906"/>
            </a:xfrm>
          </p:grpSpPr>
          <p:grpSp>
            <p:nvGrpSpPr>
              <p:cNvPr id="19" name="Gruppieren 18"/>
              <p:cNvGrpSpPr/>
              <p:nvPr/>
            </p:nvGrpSpPr>
            <p:grpSpPr>
              <a:xfrm>
                <a:off x="899592" y="2420888"/>
                <a:ext cx="7179499" cy="2925906"/>
                <a:chOff x="899592" y="2420888"/>
                <a:chExt cx="7179499" cy="2925906"/>
              </a:xfrm>
            </p:grpSpPr>
            <p:sp>
              <p:nvSpPr>
                <p:cNvPr id="9" name="Geschweifte Klammer links 8"/>
                <p:cNvSpPr/>
                <p:nvPr/>
              </p:nvSpPr>
              <p:spPr>
                <a:xfrm rot="16200000">
                  <a:off x="3311860" y="4545124"/>
                  <a:ext cx="288032" cy="648072"/>
                </a:xfrm>
                <a:prstGeom prst="leftBrac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0" name="Geschweifte Klammer links 9"/>
                <p:cNvSpPr/>
                <p:nvPr/>
              </p:nvSpPr>
              <p:spPr>
                <a:xfrm rot="16200000">
                  <a:off x="4463988" y="4113076"/>
                  <a:ext cx="288032" cy="1512168"/>
                </a:xfrm>
                <a:prstGeom prst="leftBrac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1" name="Geschweifte Klammer links 10"/>
                <p:cNvSpPr/>
                <p:nvPr/>
              </p:nvSpPr>
              <p:spPr>
                <a:xfrm rot="16200000">
                  <a:off x="6228184" y="3933056"/>
                  <a:ext cx="288032" cy="1872208"/>
                </a:xfrm>
                <a:prstGeom prst="leftBrac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2" name="Geschweifte Klammer links 11"/>
                <p:cNvSpPr/>
                <p:nvPr/>
              </p:nvSpPr>
              <p:spPr>
                <a:xfrm rot="16200000">
                  <a:off x="2591780" y="4545124"/>
                  <a:ext cx="288032" cy="648072"/>
                </a:xfrm>
                <a:prstGeom prst="leftBrac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3" name="Textfeld 12"/>
                <p:cNvSpPr txBox="1"/>
                <p:nvPr/>
              </p:nvSpPr>
              <p:spPr>
                <a:xfrm>
                  <a:off x="2195736" y="5085184"/>
                  <a:ext cx="898003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DE" sz="1100" dirty="0" err="1"/>
                    <a:t>Rectification</a:t>
                  </a:r>
                  <a:endParaRPr lang="de-DE" sz="1100" dirty="0"/>
                </a:p>
              </p:txBody>
            </p:sp>
            <p:sp>
              <p:nvSpPr>
                <p:cNvPr id="14" name="Textfeld 13"/>
                <p:cNvSpPr txBox="1"/>
                <p:nvPr/>
              </p:nvSpPr>
              <p:spPr>
                <a:xfrm>
                  <a:off x="2987824" y="5085184"/>
                  <a:ext cx="1042273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DE" sz="1100" dirty="0"/>
                    <a:t>On/Off </a:t>
                  </a:r>
                  <a:r>
                    <a:rPr lang="de-DE" sz="1100" dirty="0" err="1"/>
                    <a:t>Control</a:t>
                  </a:r>
                  <a:endParaRPr lang="de-DE" sz="1100" dirty="0"/>
                </a:p>
              </p:txBody>
            </p:sp>
            <p:sp>
              <p:nvSpPr>
                <p:cNvPr id="15" name="Textfeld 14"/>
                <p:cNvSpPr txBox="1"/>
                <p:nvPr/>
              </p:nvSpPr>
              <p:spPr>
                <a:xfrm>
                  <a:off x="4139952" y="5085184"/>
                  <a:ext cx="106471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DE" sz="1100" dirty="0"/>
                    <a:t>Buck </a:t>
                  </a:r>
                  <a:r>
                    <a:rPr lang="de-DE" sz="1100" dirty="0" err="1"/>
                    <a:t>Converter</a:t>
                  </a:r>
                  <a:endParaRPr lang="de-DE" sz="1100" dirty="0"/>
                </a:p>
              </p:txBody>
            </p:sp>
            <p:sp>
              <p:nvSpPr>
                <p:cNvPr id="16" name="Textfeld 15"/>
                <p:cNvSpPr txBox="1"/>
                <p:nvPr/>
              </p:nvSpPr>
              <p:spPr>
                <a:xfrm>
                  <a:off x="5940152" y="5085184"/>
                  <a:ext cx="881973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DE" sz="1100" dirty="0" err="1"/>
                    <a:t>Stabilization</a:t>
                  </a:r>
                  <a:endParaRPr lang="de-DE" sz="1100" dirty="0"/>
                </a:p>
              </p:txBody>
            </p:sp>
            <p:pic>
              <p:nvPicPr>
                <p:cNvPr id="18" name="Grafik 17" descr="VoltageSupply.png"/>
                <p:cNvPicPr>
                  <a:picLocks noChangeAspect="1"/>
                </p:cNvPicPr>
                <p:nvPr/>
              </p:nvPicPr>
              <p:blipFill>
                <a:blip r:embed="rId2" cstate="print"/>
                <a:srcRect l="12815" t="30301" r="8669" b="34158"/>
                <a:stretch>
                  <a:fillRect/>
                </a:stretch>
              </p:blipFill>
              <p:spPr>
                <a:xfrm>
                  <a:off x="899592" y="2420888"/>
                  <a:ext cx="7179499" cy="2223267"/>
                </a:xfrm>
                <a:prstGeom prst="rect">
                  <a:avLst/>
                </a:prstGeom>
              </p:spPr>
            </p:pic>
          </p:grpSp>
          <p:sp>
            <p:nvSpPr>
              <p:cNvPr id="2" name="Geschweifte Klammer links 1">
                <a:extLst>
                  <a:ext uri="{FF2B5EF4-FFF2-40B4-BE49-F238E27FC236}">
                    <a16:creationId xmlns:a16="http://schemas.microsoft.com/office/drawing/2014/main" id="{9EC9D7E8-465D-CB7F-BABF-4ADE3AE71243}"/>
                  </a:ext>
                </a:extLst>
              </p:cNvPr>
              <p:cNvSpPr/>
              <p:nvPr/>
            </p:nvSpPr>
            <p:spPr>
              <a:xfrm rot="16200000">
                <a:off x="1691680" y="4365104"/>
                <a:ext cx="288032" cy="1008112"/>
              </a:xfrm>
              <a:prstGeom prst="leftBrac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B1BB88DD-A82B-9461-F193-3F9AEED336EA}"/>
                </a:ext>
              </a:extLst>
            </p:cNvPr>
            <p:cNvSpPr txBox="1"/>
            <p:nvPr/>
          </p:nvSpPr>
          <p:spPr>
            <a:xfrm>
              <a:off x="1366466" y="5085184"/>
              <a:ext cx="89800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dirty="0"/>
                <a:t>Transformer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Bildschirmpräsentation (4:3)</PresentationFormat>
  <Paragraphs>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Larissa-Design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Benutzer1</dc:creator>
  <cp:lastModifiedBy>Thielemann Jens (VM/ECC32-HS)</cp:lastModifiedBy>
  <cp:revision>6</cp:revision>
  <dcterms:created xsi:type="dcterms:W3CDTF">2026-02-19T15:18:42Z</dcterms:created>
  <dcterms:modified xsi:type="dcterms:W3CDTF">2026-02-24T15:45:24Z</dcterms:modified>
</cp:coreProperties>
</file>