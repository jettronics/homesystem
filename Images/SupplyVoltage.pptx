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8" d="100"/>
          <a:sy n="98" d="100"/>
        </p:scale>
        <p:origin x="95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8526512340951484"/>
          <c:y val="8.488248037301506E-2"/>
          <c:w val="0.81473487659048516"/>
          <c:h val="0.76657317897420862"/>
        </c:manualLayout>
      </c:layout>
      <c:scatterChart>
        <c:scatterStyle val="smoothMarker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Y-Werte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Tabelle1!$A$2:$A$33</c:f>
              <c:numCache>
                <c:formatCode>General</c:formatCode>
                <c:ptCount val="32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2.2000000000000002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4.4000000000000004</c:v>
                </c:pt>
                <c:pt idx="23">
                  <c:v>4.5999999999999996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</c:numCache>
            </c:numRef>
          </c:xVal>
          <c:yVal>
            <c:numRef>
              <c:f>Tabelle1!$B$2:$B$33</c:f>
              <c:numCache>
                <c:formatCode>General</c:formatCode>
                <c:ptCount val="32"/>
                <c:pt idx="0">
                  <c:v>0</c:v>
                </c:pt>
                <c:pt idx="1">
                  <c:v>0.19866933079506122</c:v>
                </c:pt>
                <c:pt idx="2">
                  <c:v>0.38941834230865052</c:v>
                </c:pt>
                <c:pt idx="3">
                  <c:v>0.56464247339503537</c:v>
                </c:pt>
                <c:pt idx="4">
                  <c:v>0.71735609089952279</c:v>
                </c:pt>
                <c:pt idx="5">
                  <c:v>0.8414709848078965</c:v>
                </c:pt>
                <c:pt idx="6">
                  <c:v>0.93203908596722629</c:v>
                </c:pt>
                <c:pt idx="7">
                  <c:v>0.98544972998846014</c:v>
                </c:pt>
                <c:pt idx="8">
                  <c:v>0.99957360304150511</c:v>
                </c:pt>
                <c:pt idx="9">
                  <c:v>0.97384763087819515</c:v>
                </c:pt>
                <c:pt idx="10">
                  <c:v>0.90929742682568171</c:v>
                </c:pt>
                <c:pt idx="11">
                  <c:v>0.80849640381959009</c:v>
                </c:pt>
                <c:pt idx="12">
                  <c:v>0.67546318055115095</c:v>
                </c:pt>
                <c:pt idx="13">
                  <c:v>0.51550137182146416</c:v>
                </c:pt>
                <c:pt idx="14">
                  <c:v>0.33498815015590511</c:v>
                </c:pt>
                <c:pt idx="15">
                  <c:v>0.14112000805986721</c:v>
                </c:pt>
                <c:pt idx="16">
                  <c:v>-5.8374143427580086E-2</c:v>
                </c:pt>
                <c:pt idx="17">
                  <c:v>-0.25554110202683122</c:v>
                </c:pt>
                <c:pt idx="18">
                  <c:v>-0.44252044329485246</c:v>
                </c:pt>
                <c:pt idx="19">
                  <c:v>-0.61185789094271892</c:v>
                </c:pt>
                <c:pt idx="20">
                  <c:v>-0.7568024953079282</c:v>
                </c:pt>
                <c:pt idx="21">
                  <c:v>-0.87157577241358819</c:v>
                </c:pt>
                <c:pt idx="22">
                  <c:v>-0.95160207388951601</c:v>
                </c:pt>
                <c:pt idx="23">
                  <c:v>-0.99369100363346441</c:v>
                </c:pt>
                <c:pt idx="24">
                  <c:v>-0.99616460883584068</c:v>
                </c:pt>
                <c:pt idx="25">
                  <c:v>-0.95892427466313845</c:v>
                </c:pt>
                <c:pt idx="26">
                  <c:v>-0.88345465572015314</c:v>
                </c:pt>
                <c:pt idx="27">
                  <c:v>-0.77276448755598715</c:v>
                </c:pt>
                <c:pt idx="28">
                  <c:v>-0.63126663787232162</c:v>
                </c:pt>
                <c:pt idx="29">
                  <c:v>-0.46460217941375737</c:v>
                </c:pt>
                <c:pt idx="30">
                  <c:v>-0.27941549819892586</c:v>
                </c:pt>
                <c:pt idx="31">
                  <c:v>-8.3089402817496397E-2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BBC-463A-AB7C-F6D96D8ACC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3246464"/>
        <c:axId val="1043335744"/>
      </c:scatterChart>
      <c:valAx>
        <c:axId val="104324646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43335744"/>
        <c:crosses val="autoZero"/>
        <c:crossBetween val="midCat"/>
      </c:valAx>
      <c:valAx>
        <c:axId val="10433357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432464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8526512340951484"/>
          <c:y val="8.488248037301506E-2"/>
          <c:w val="0.81473487659048516"/>
          <c:h val="0.76657317897420862"/>
        </c:manualLayout>
      </c:layout>
      <c:scatterChart>
        <c:scatterStyle val="smoothMarker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Y-Werte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Tabelle1!$A$2:$A$33</c:f>
              <c:numCache>
                <c:formatCode>General</c:formatCode>
                <c:ptCount val="32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2.2000000000000002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4.4000000000000004</c:v>
                </c:pt>
                <c:pt idx="23">
                  <c:v>4.5999999999999996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</c:numCache>
            </c:numRef>
          </c:xVal>
          <c:yVal>
            <c:numRef>
              <c:f>Tabelle1!$B$2:$B$33</c:f>
              <c:numCache>
                <c:formatCode>General</c:formatCode>
                <c:ptCount val="32"/>
                <c:pt idx="0">
                  <c:v>0</c:v>
                </c:pt>
                <c:pt idx="1">
                  <c:v>0.19866933079506122</c:v>
                </c:pt>
                <c:pt idx="2">
                  <c:v>0.38941834230865052</c:v>
                </c:pt>
                <c:pt idx="3">
                  <c:v>0.56464247339503537</c:v>
                </c:pt>
                <c:pt idx="4">
                  <c:v>0.71735609089952279</c:v>
                </c:pt>
                <c:pt idx="5">
                  <c:v>0.8414709848078965</c:v>
                </c:pt>
                <c:pt idx="6">
                  <c:v>0.93203908596722629</c:v>
                </c:pt>
                <c:pt idx="7">
                  <c:v>0.98544972998846014</c:v>
                </c:pt>
                <c:pt idx="8">
                  <c:v>0.99957360304150511</c:v>
                </c:pt>
                <c:pt idx="9">
                  <c:v>0.97384763087819515</c:v>
                </c:pt>
                <c:pt idx="10">
                  <c:v>0.90929742682568171</c:v>
                </c:pt>
                <c:pt idx="11">
                  <c:v>0.80849640381959009</c:v>
                </c:pt>
                <c:pt idx="12">
                  <c:v>0.67546318055115095</c:v>
                </c:pt>
                <c:pt idx="13">
                  <c:v>0.51550137182146416</c:v>
                </c:pt>
                <c:pt idx="14">
                  <c:v>0.33498815015590511</c:v>
                </c:pt>
                <c:pt idx="15">
                  <c:v>0.14112000805986721</c:v>
                </c:pt>
                <c:pt idx="16">
                  <c:v>-5.8374143427580086E-2</c:v>
                </c:pt>
                <c:pt idx="17">
                  <c:v>-0.25554110202683122</c:v>
                </c:pt>
                <c:pt idx="18">
                  <c:v>-0.44252044329485246</c:v>
                </c:pt>
                <c:pt idx="19">
                  <c:v>-0.61185789094271892</c:v>
                </c:pt>
                <c:pt idx="20">
                  <c:v>-0.7568024953079282</c:v>
                </c:pt>
                <c:pt idx="21">
                  <c:v>-0.87157577241358819</c:v>
                </c:pt>
                <c:pt idx="22">
                  <c:v>-0.95160207388951601</c:v>
                </c:pt>
                <c:pt idx="23">
                  <c:v>-0.99369100363346441</c:v>
                </c:pt>
                <c:pt idx="24">
                  <c:v>-0.99616460883584068</c:v>
                </c:pt>
                <c:pt idx="25">
                  <c:v>-0.95892427466313845</c:v>
                </c:pt>
                <c:pt idx="26">
                  <c:v>-0.88345465572015314</c:v>
                </c:pt>
                <c:pt idx="27">
                  <c:v>-0.77276448755598715</c:v>
                </c:pt>
                <c:pt idx="28">
                  <c:v>-0.63126663787232162</c:v>
                </c:pt>
                <c:pt idx="29">
                  <c:v>-0.46460217941375737</c:v>
                </c:pt>
                <c:pt idx="30">
                  <c:v>-0.27941549819892586</c:v>
                </c:pt>
                <c:pt idx="31">
                  <c:v>-8.3089402817496397E-2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86F-4ED7-9E78-38C1480A77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3246464"/>
        <c:axId val="1043335744"/>
      </c:scatterChart>
      <c:valAx>
        <c:axId val="104324646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043335744"/>
        <c:crosses val="autoZero"/>
        <c:crossBetween val="midCat"/>
      </c:valAx>
      <c:valAx>
        <c:axId val="10433357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432464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0.93841072332351083"/>
          <c:h val="0.96159073686552321"/>
        </c:manualLayout>
      </c:layout>
      <c:scatterChart>
        <c:scatterStyle val="smoothMarker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Spalte2</c:v>
                </c:pt>
              </c:strCache>
            </c:strRef>
          </c:tx>
          <c:spPr>
            <a:ln w="19050" cap="rnd">
              <a:solidFill>
                <a:schemeClr val="bg1">
                  <a:lumMod val="50000"/>
                </a:schemeClr>
              </a:solidFill>
              <a:prstDash val="dash"/>
              <a:round/>
            </a:ln>
            <a:effectLst/>
          </c:spPr>
          <c:marker>
            <c:symbol val="none"/>
          </c:marker>
          <c:xVal>
            <c:numRef>
              <c:f>Tabelle1!$A$2:$A$128</c:f>
              <c:numCache>
                <c:formatCode>General</c:formatCode>
                <c:ptCount val="127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</c:numCache>
            </c:numRef>
          </c:xVal>
          <c:yVal>
            <c:numRef>
              <c:f>Tabelle1!$B$2:$B$128</c:f>
              <c:numCache>
                <c:formatCode>General</c:formatCode>
                <c:ptCount val="127"/>
                <c:pt idx="0">
                  <c:v>0</c:v>
                </c:pt>
                <c:pt idx="1">
                  <c:v>9.9833416646828155E-2</c:v>
                </c:pt>
                <c:pt idx="2">
                  <c:v>0.19866933079506122</c:v>
                </c:pt>
                <c:pt idx="3">
                  <c:v>0.29552020666133955</c:v>
                </c:pt>
                <c:pt idx="4">
                  <c:v>0.38941834230865052</c:v>
                </c:pt>
                <c:pt idx="5">
                  <c:v>0.47942553860420301</c:v>
                </c:pt>
                <c:pt idx="6">
                  <c:v>0.56464247339503537</c:v>
                </c:pt>
                <c:pt idx="7">
                  <c:v>0.64421768723769102</c:v>
                </c:pt>
                <c:pt idx="8">
                  <c:v>0.71735609089952279</c:v>
                </c:pt>
                <c:pt idx="9">
                  <c:v>0.78332690962748341</c:v>
                </c:pt>
                <c:pt idx="10">
                  <c:v>0.8414709848078965</c:v>
                </c:pt>
                <c:pt idx="11">
                  <c:v>0.89120736006143542</c:v>
                </c:pt>
                <c:pt idx="12">
                  <c:v>0.93203908596722629</c:v>
                </c:pt>
                <c:pt idx="13">
                  <c:v>0.96355818541719296</c:v>
                </c:pt>
                <c:pt idx="14">
                  <c:v>0.98544972998846014</c:v>
                </c:pt>
                <c:pt idx="15">
                  <c:v>0.99749498660405445</c:v>
                </c:pt>
                <c:pt idx="16">
                  <c:v>0.99957360304150511</c:v>
                </c:pt>
                <c:pt idx="17">
                  <c:v>0.99166481045246857</c:v>
                </c:pt>
                <c:pt idx="18">
                  <c:v>0.97384763087819515</c:v>
                </c:pt>
                <c:pt idx="19">
                  <c:v>0.94630008768741447</c:v>
                </c:pt>
                <c:pt idx="20">
                  <c:v>0.90929742682568171</c:v>
                </c:pt>
                <c:pt idx="21">
                  <c:v>0.86320936664887371</c:v>
                </c:pt>
                <c:pt idx="22">
                  <c:v>0.80849640381959009</c:v>
                </c:pt>
                <c:pt idx="23">
                  <c:v>0.74570521217672026</c:v>
                </c:pt>
                <c:pt idx="24">
                  <c:v>0.67546318055115095</c:v>
                </c:pt>
                <c:pt idx="25">
                  <c:v>0.59847214410395655</c:v>
                </c:pt>
                <c:pt idx="26">
                  <c:v>0.51550137182146416</c:v>
                </c:pt>
                <c:pt idx="27">
                  <c:v>0.42737988023382978</c:v>
                </c:pt>
                <c:pt idx="28">
                  <c:v>0.33498815015590511</c:v>
                </c:pt>
                <c:pt idx="29">
                  <c:v>0.23924932921398243</c:v>
                </c:pt>
                <c:pt idx="30">
                  <c:v>0.14112000805986721</c:v>
                </c:pt>
                <c:pt idx="31">
                  <c:v>4.1580662433290491E-2</c:v>
                </c:pt>
                <c:pt idx="32">
                  <c:v>5.8374143427580086E-2</c:v>
                </c:pt>
                <c:pt idx="33">
                  <c:v>0.15774569414324821</c:v>
                </c:pt>
                <c:pt idx="34">
                  <c:v>0.25554110202683122</c:v>
                </c:pt>
                <c:pt idx="35">
                  <c:v>0.35078322768961984</c:v>
                </c:pt>
                <c:pt idx="36">
                  <c:v>0.44252044329485246</c:v>
                </c:pt>
                <c:pt idx="37">
                  <c:v>0.5298361409084934</c:v>
                </c:pt>
                <c:pt idx="38">
                  <c:v>0.61185789094271892</c:v>
                </c:pt>
                <c:pt idx="39">
                  <c:v>0.68776615918397377</c:v>
                </c:pt>
                <c:pt idx="40">
                  <c:v>0.7568024953079282</c:v>
                </c:pt>
                <c:pt idx="41">
                  <c:v>0.81827711106441026</c:v>
                </c:pt>
                <c:pt idx="42">
                  <c:v>0.87157577241358819</c:v>
                </c:pt>
                <c:pt idx="43">
                  <c:v>0.9161659367494549</c:v>
                </c:pt>
                <c:pt idx="44">
                  <c:v>0.95160207388951601</c:v>
                </c:pt>
                <c:pt idx="45">
                  <c:v>0.97753011766509701</c:v>
                </c:pt>
                <c:pt idx="46">
                  <c:v>0.99369100363346441</c:v>
                </c:pt>
                <c:pt idx="47">
                  <c:v>0.99992325756410083</c:v>
                </c:pt>
                <c:pt idx="48">
                  <c:v>0.99616460883584068</c:v>
                </c:pt>
                <c:pt idx="49">
                  <c:v>0.98245261262433248</c:v>
                </c:pt>
                <c:pt idx="50">
                  <c:v>0.95892427466313845</c:v>
                </c:pt>
                <c:pt idx="51">
                  <c:v>0.92581468232773245</c:v>
                </c:pt>
                <c:pt idx="52">
                  <c:v>0.88345465572015314</c:v>
                </c:pt>
                <c:pt idx="53">
                  <c:v>0.83226744222390125</c:v>
                </c:pt>
                <c:pt idx="54">
                  <c:v>0.77276448755598715</c:v>
                </c:pt>
                <c:pt idx="55">
                  <c:v>0.70554032557039192</c:v>
                </c:pt>
                <c:pt idx="56">
                  <c:v>0.63126663787232162</c:v>
                </c:pt>
                <c:pt idx="57">
                  <c:v>0.55068554259763758</c:v>
                </c:pt>
                <c:pt idx="58">
                  <c:v>0.46460217941375737</c:v>
                </c:pt>
                <c:pt idx="59">
                  <c:v>0.37387666483023602</c:v>
                </c:pt>
                <c:pt idx="60">
                  <c:v>0.27941549819892586</c:v>
                </c:pt>
                <c:pt idx="61">
                  <c:v>0.18216250427209588</c:v>
                </c:pt>
                <c:pt idx="62">
                  <c:v>8.3089402817496397E-2</c:v>
                </c:pt>
                <c:pt idx="63">
                  <c:v>1.6813900484349713E-2</c:v>
                </c:pt>
                <c:pt idx="64">
                  <c:v>0.11654920485049364</c:v>
                </c:pt>
                <c:pt idx="65">
                  <c:v>0.21511998808781552</c:v>
                </c:pt>
                <c:pt idx="66">
                  <c:v>0.31154136351337786</c:v>
                </c:pt>
                <c:pt idx="67">
                  <c:v>0.4048499206165983</c:v>
                </c:pt>
                <c:pt idx="68">
                  <c:v>0.49411335113860816</c:v>
                </c:pt>
                <c:pt idx="69">
                  <c:v>0.57843976438820011</c:v>
                </c:pt>
                <c:pt idx="70">
                  <c:v>0.65698659871878906</c:v>
                </c:pt>
                <c:pt idx="71">
                  <c:v>0.72896904012587593</c:v>
                </c:pt>
                <c:pt idx="72">
                  <c:v>0.79366786384915311</c:v>
                </c:pt>
                <c:pt idx="73">
                  <c:v>0.8504366206285644</c:v>
                </c:pt>
                <c:pt idx="74">
                  <c:v>0.89870809581162692</c:v>
                </c:pt>
                <c:pt idx="75">
                  <c:v>0.9379999767747389</c:v>
                </c:pt>
                <c:pt idx="76">
                  <c:v>0.96791967203148632</c:v>
                </c:pt>
                <c:pt idx="77">
                  <c:v>0.98816823387700037</c:v>
                </c:pt>
                <c:pt idx="78">
                  <c:v>0.99854334537460498</c:v>
                </c:pt>
                <c:pt idx="79">
                  <c:v>0.99894134183977201</c:v>
                </c:pt>
                <c:pt idx="80">
                  <c:v>0.98935824662338179</c:v>
                </c:pt>
                <c:pt idx="81">
                  <c:v>0.9698898108450863</c:v>
                </c:pt>
                <c:pt idx="82">
                  <c:v>0.94073055667977312</c:v>
                </c:pt>
                <c:pt idx="83">
                  <c:v>0.90217183375629328</c:v>
                </c:pt>
                <c:pt idx="84">
                  <c:v>0.85459890808828043</c:v>
                </c:pt>
                <c:pt idx="85">
                  <c:v>0.79848711262349026</c:v>
                </c:pt>
                <c:pt idx="86">
                  <c:v>0.73439709787411334</c:v>
                </c:pt>
                <c:pt idx="87">
                  <c:v>0.66296923008218334</c:v>
                </c:pt>
                <c:pt idx="88">
                  <c:v>0.58491719289176169</c:v>
                </c:pt>
                <c:pt idx="89">
                  <c:v>0.50102085645788463</c:v>
                </c:pt>
                <c:pt idx="90">
                  <c:v>0.41211848524175659</c:v>
                </c:pt>
                <c:pt idx="91">
                  <c:v>0.31909836234935213</c:v>
                </c:pt>
                <c:pt idx="92">
                  <c:v>0.22288991410024764</c:v>
                </c:pt>
                <c:pt idx="93">
                  <c:v>0.12445442350706171</c:v>
                </c:pt>
                <c:pt idx="94">
                  <c:v>2.4775425453357765E-2</c:v>
                </c:pt>
                <c:pt idx="95">
                  <c:v>7.5151120461809301E-2</c:v>
                </c:pt>
                <c:pt idx="96">
                  <c:v>0.17432678122297965</c:v>
                </c:pt>
                <c:pt idx="97">
                  <c:v>0.27176062641094245</c:v>
                </c:pt>
                <c:pt idx="98">
                  <c:v>0.36647912925192838</c:v>
                </c:pt>
                <c:pt idx="99">
                  <c:v>0.45753589377532133</c:v>
                </c:pt>
                <c:pt idx="100">
                  <c:v>0.54402111088936977</c:v>
                </c:pt>
                <c:pt idx="101">
                  <c:v>0.62507064889288211</c:v>
                </c:pt>
                <c:pt idx="102">
                  <c:v>0.69987468759354232</c:v>
                </c:pt>
                <c:pt idx="103">
                  <c:v>0.76768580976358247</c:v>
                </c:pt>
                <c:pt idx="104">
                  <c:v>0.82782646908565372</c:v>
                </c:pt>
                <c:pt idx="105">
                  <c:v>0.87969575997167004</c:v>
                </c:pt>
                <c:pt idx="106">
                  <c:v>0.92277542161280657</c:v>
                </c:pt>
                <c:pt idx="107">
                  <c:v>0.95663501627018788</c:v>
                </c:pt>
                <c:pt idx="108">
                  <c:v>0.98093623006649155</c:v>
                </c:pt>
                <c:pt idx="109">
                  <c:v>0.99543625330637742</c:v>
                </c:pt>
                <c:pt idx="110">
                  <c:v>0.99999020655070348</c:v>
                </c:pt>
                <c:pt idx="111">
                  <c:v>0.99455258820398917</c:v>
                </c:pt>
                <c:pt idx="112">
                  <c:v>0.9791777291513174</c:v>
                </c:pt>
                <c:pt idx="113">
                  <c:v>0.95401924990208897</c:v>
                </c:pt>
                <c:pt idx="114">
                  <c:v>0.91932852566467571</c:v>
                </c:pt>
                <c:pt idx="115">
                  <c:v>0.87545217468842851</c:v>
                </c:pt>
                <c:pt idx="116">
                  <c:v>0.82282859496870886</c:v>
                </c:pt>
                <c:pt idx="117">
                  <c:v>0.76198358391903331</c:v>
                </c:pt>
                <c:pt idx="118">
                  <c:v>0.69352508477712238</c:v>
                </c:pt>
                <c:pt idx="119">
                  <c:v>0.61813711223703327</c:v>
                </c:pt>
                <c:pt idx="120">
                  <c:v>0.53657291800043494</c:v>
                </c:pt>
                <c:pt idx="121">
                  <c:v>0.44964746453460147</c:v>
                </c:pt>
                <c:pt idx="122">
                  <c:v>0.35822928223682871</c:v>
                </c:pt>
                <c:pt idx="123">
                  <c:v>0.26323179136580094</c:v>
                </c:pt>
                <c:pt idx="124">
                  <c:v>0.16560417544830941</c:v>
                </c:pt>
                <c:pt idx="125">
                  <c:v>6.6321897351200684E-2</c:v>
                </c:pt>
                <c:pt idx="126">
                  <c:v>3.3623047221136695E-2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D355-4693-90E6-DC285A455959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Spalte3</c:v>
                </c:pt>
              </c:strCache>
            </c:strRef>
          </c:tx>
          <c:spPr>
            <a:ln w="19050" cap="rnd">
              <a:solidFill>
                <a:srgbClr val="C00000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Tabelle1!$A$2:$A$128</c:f>
              <c:numCache>
                <c:formatCode>General</c:formatCode>
                <c:ptCount val="127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1.1000000000000001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2.2000000000000002</c:v>
                </c:pt>
                <c:pt idx="23">
                  <c:v>2.2999999999999998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  <c:pt idx="41">
                  <c:v>4.0999999999999996</c:v>
                </c:pt>
                <c:pt idx="42">
                  <c:v>4.2</c:v>
                </c:pt>
                <c:pt idx="43">
                  <c:v>4.3</c:v>
                </c:pt>
                <c:pt idx="44">
                  <c:v>4.4000000000000004</c:v>
                </c:pt>
                <c:pt idx="45">
                  <c:v>4.5</c:v>
                </c:pt>
                <c:pt idx="46">
                  <c:v>4.5999999999999996</c:v>
                </c:pt>
                <c:pt idx="47">
                  <c:v>4.7</c:v>
                </c:pt>
                <c:pt idx="48">
                  <c:v>4.8</c:v>
                </c:pt>
                <c:pt idx="49">
                  <c:v>4.9000000000000004</c:v>
                </c:pt>
                <c:pt idx="50">
                  <c:v>5</c:v>
                </c:pt>
                <c:pt idx="51">
                  <c:v>5.0999999999999996</c:v>
                </c:pt>
                <c:pt idx="52">
                  <c:v>5.2</c:v>
                </c:pt>
                <c:pt idx="53">
                  <c:v>5.3</c:v>
                </c:pt>
                <c:pt idx="54">
                  <c:v>5.4</c:v>
                </c:pt>
                <c:pt idx="55">
                  <c:v>5.5</c:v>
                </c:pt>
                <c:pt idx="56">
                  <c:v>5.6</c:v>
                </c:pt>
                <c:pt idx="57">
                  <c:v>5.7</c:v>
                </c:pt>
                <c:pt idx="58">
                  <c:v>5.8</c:v>
                </c:pt>
                <c:pt idx="59">
                  <c:v>5.9</c:v>
                </c:pt>
                <c:pt idx="60">
                  <c:v>6</c:v>
                </c:pt>
                <c:pt idx="61">
                  <c:v>6.1</c:v>
                </c:pt>
                <c:pt idx="62">
                  <c:v>6.2</c:v>
                </c:pt>
                <c:pt idx="63">
                  <c:v>6.3</c:v>
                </c:pt>
                <c:pt idx="64">
                  <c:v>6.4</c:v>
                </c:pt>
                <c:pt idx="65">
                  <c:v>6.5</c:v>
                </c:pt>
                <c:pt idx="66">
                  <c:v>6.6</c:v>
                </c:pt>
                <c:pt idx="67">
                  <c:v>6.7</c:v>
                </c:pt>
                <c:pt idx="68">
                  <c:v>6.8</c:v>
                </c:pt>
                <c:pt idx="69">
                  <c:v>6.9</c:v>
                </c:pt>
                <c:pt idx="70">
                  <c:v>7</c:v>
                </c:pt>
                <c:pt idx="71">
                  <c:v>7.1</c:v>
                </c:pt>
                <c:pt idx="72">
                  <c:v>7.2</c:v>
                </c:pt>
                <c:pt idx="73">
                  <c:v>7.3</c:v>
                </c:pt>
                <c:pt idx="74">
                  <c:v>7.4</c:v>
                </c:pt>
                <c:pt idx="75">
                  <c:v>7.5</c:v>
                </c:pt>
                <c:pt idx="76">
                  <c:v>7.6</c:v>
                </c:pt>
                <c:pt idx="77">
                  <c:v>7.7</c:v>
                </c:pt>
                <c:pt idx="78">
                  <c:v>7.8</c:v>
                </c:pt>
                <c:pt idx="79">
                  <c:v>7.9</c:v>
                </c:pt>
                <c:pt idx="80">
                  <c:v>8</c:v>
                </c:pt>
                <c:pt idx="81">
                  <c:v>8.1</c:v>
                </c:pt>
                <c:pt idx="82">
                  <c:v>8.1999999999999993</c:v>
                </c:pt>
                <c:pt idx="83">
                  <c:v>8.3000000000000007</c:v>
                </c:pt>
                <c:pt idx="84">
                  <c:v>8.4</c:v>
                </c:pt>
                <c:pt idx="85">
                  <c:v>8.5</c:v>
                </c:pt>
                <c:pt idx="86">
                  <c:v>8.6</c:v>
                </c:pt>
                <c:pt idx="87">
                  <c:v>8.6999999999999993</c:v>
                </c:pt>
                <c:pt idx="88">
                  <c:v>8.8000000000000007</c:v>
                </c:pt>
                <c:pt idx="89">
                  <c:v>8.9</c:v>
                </c:pt>
                <c:pt idx="90">
                  <c:v>9</c:v>
                </c:pt>
                <c:pt idx="91">
                  <c:v>9.1</c:v>
                </c:pt>
                <c:pt idx="92">
                  <c:v>9.1999999999999993</c:v>
                </c:pt>
                <c:pt idx="93">
                  <c:v>9.3000000000000007</c:v>
                </c:pt>
                <c:pt idx="94">
                  <c:v>9.4</c:v>
                </c:pt>
                <c:pt idx="95">
                  <c:v>9.5</c:v>
                </c:pt>
                <c:pt idx="96">
                  <c:v>9.6</c:v>
                </c:pt>
                <c:pt idx="97">
                  <c:v>9.6999999999999993</c:v>
                </c:pt>
                <c:pt idx="98">
                  <c:v>9.8000000000000007</c:v>
                </c:pt>
                <c:pt idx="99">
                  <c:v>9.9</c:v>
                </c:pt>
                <c:pt idx="100">
                  <c:v>10</c:v>
                </c:pt>
                <c:pt idx="101">
                  <c:v>10.1</c:v>
                </c:pt>
                <c:pt idx="102">
                  <c:v>10.199999999999999</c:v>
                </c:pt>
                <c:pt idx="103">
                  <c:v>10.3</c:v>
                </c:pt>
                <c:pt idx="104">
                  <c:v>10.4</c:v>
                </c:pt>
                <c:pt idx="105">
                  <c:v>10.5</c:v>
                </c:pt>
                <c:pt idx="106">
                  <c:v>10.6</c:v>
                </c:pt>
                <c:pt idx="107">
                  <c:v>10.7</c:v>
                </c:pt>
                <c:pt idx="108">
                  <c:v>10.8</c:v>
                </c:pt>
                <c:pt idx="109">
                  <c:v>10.9</c:v>
                </c:pt>
                <c:pt idx="110">
                  <c:v>11</c:v>
                </c:pt>
                <c:pt idx="111">
                  <c:v>11.1</c:v>
                </c:pt>
                <c:pt idx="112">
                  <c:v>11.2</c:v>
                </c:pt>
                <c:pt idx="113">
                  <c:v>11.3</c:v>
                </c:pt>
                <c:pt idx="114">
                  <c:v>11.4</c:v>
                </c:pt>
                <c:pt idx="115">
                  <c:v>11.5</c:v>
                </c:pt>
                <c:pt idx="116">
                  <c:v>11.6</c:v>
                </c:pt>
                <c:pt idx="117">
                  <c:v>11.7</c:v>
                </c:pt>
                <c:pt idx="118">
                  <c:v>11.8</c:v>
                </c:pt>
                <c:pt idx="119">
                  <c:v>11.9</c:v>
                </c:pt>
                <c:pt idx="120">
                  <c:v>12</c:v>
                </c:pt>
                <c:pt idx="121">
                  <c:v>12.1</c:v>
                </c:pt>
                <c:pt idx="122">
                  <c:v>12.2</c:v>
                </c:pt>
                <c:pt idx="123">
                  <c:v>12.3</c:v>
                </c:pt>
                <c:pt idx="124">
                  <c:v>12.4</c:v>
                </c:pt>
                <c:pt idx="125">
                  <c:v>12.5</c:v>
                </c:pt>
                <c:pt idx="126">
                  <c:v>12.6</c:v>
                </c:pt>
              </c:numCache>
            </c:numRef>
          </c:xVal>
          <c:yVal>
            <c:numRef>
              <c:f>Tabelle1!$C$2:$C$128</c:f>
              <c:numCache>
                <c:formatCode>General</c:formatCode>
                <c:ptCount val="127"/>
                <c:pt idx="0">
                  <c:v>0</c:v>
                </c:pt>
                <c:pt idx="1">
                  <c:v>9.9833416646828155E-2</c:v>
                </c:pt>
                <c:pt idx="2">
                  <c:v>0.19866933079506122</c:v>
                </c:pt>
                <c:pt idx="3">
                  <c:v>0.29552020666133955</c:v>
                </c:pt>
                <c:pt idx="4">
                  <c:v>0.38941834230865052</c:v>
                </c:pt>
                <c:pt idx="5">
                  <c:v>0.47942553860420301</c:v>
                </c:pt>
                <c:pt idx="6">
                  <c:v>0.56464247339503537</c:v>
                </c:pt>
                <c:pt idx="7">
                  <c:v>0.64421768723769102</c:v>
                </c:pt>
                <c:pt idx="8">
                  <c:v>0.71735609089952279</c:v>
                </c:pt>
                <c:pt idx="9">
                  <c:v>0.78332690962748341</c:v>
                </c:pt>
                <c:pt idx="10">
                  <c:v>0.8414709848078965</c:v>
                </c:pt>
                <c:pt idx="11">
                  <c:v>0.89120736006143542</c:v>
                </c:pt>
                <c:pt idx="12">
                  <c:v>0.93203908596722629</c:v>
                </c:pt>
                <c:pt idx="13">
                  <c:v>0.96355818541719296</c:v>
                </c:pt>
                <c:pt idx="14">
                  <c:v>0.98544972998846014</c:v>
                </c:pt>
                <c:pt idx="15">
                  <c:v>0.99749498660405445</c:v>
                </c:pt>
                <c:pt idx="16">
                  <c:v>0.99957360304150511</c:v>
                </c:pt>
                <c:pt idx="17">
                  <c:v>0.99657360304150511</c:v>
                </c:pt>
                <c:pt idx="18">
                  <c:v>0.9935736030415051</c:v>
                </c:pt>
                <c:pt idx="19">
                  <c:v>0.9905736030415051</c:v>
                </c:pt>
                <c:pt idx="20">
                  <c:v>0.9875736030415051</c:v>
                </c:pt>
                <c:pt idx="21">
                  <c:v>0.9845736030415051</c:v>
                </c:pt>
                <c:pt idx="22">
                  <c:v>0.98157360304150509</c:v>
                </c:pt>
                <c:pt idx="23">
                  <c:v>0.97857360304150509</c:v>
                </c:pt>
                <c:pt idx="24">
                  <c:v>0.97557360304150509</c:v>
                </c:pt>
                <c:pt idx="25">
                  <c:v>0.97257360304150509</c:v>
                </c:pt>
                <c:pt idx="26">
                  <c:v>0.96957360304150508</c:v>
                </c:pt>
                <c:pt idx="27">
                  <c:v>0.96657360304150508</c:v>
                </c:pt>
                <c:pt idx="28">
                  <c:v>0.96357360304150508</c:v>
                </c:pt>
                <c:pt idx="29">
                  <c:v>0.96057360304150508</c:v>
                </c:pt>
                <c:pt idx="30">
                  <c:v>0.95757360304150507</c:v>
                </c:pt>
                <c:pt idx="31">
                  <c:v>0.95457360304150507</c:v>
                </c:pt>
                <c:pt idx="32">
                  <c:v>0.95157360304150507</c:v>
                </c:pt>
                <c:pt idx="33">
                  <c:v>0.94857360304150506</c:v>
                </c:pt>
                <c:pt idx="34">
                  <c:v>0.94557360304150506</c:v>
                </c:pt>
                <c:pt idx="35">
                  <c:v>0.94257360304150506</c:v>
                </c:pt>
                <c:pt idx="36">
                  <c:v>0.93957360304150506</c:v>
                </c:pt>
                <c:pt idx="37">
                  <c:v>0.93657360304150505</c:v>
                </c:pt>
                <c:pt idx="38">
                  <c:v>0.93357360304150505</c:v>
                </c:pt>
                <c:pt idx="39">
                  <c:v>0.93057360304150505</c:v>
                </c:pt>
                <c:pt idx="40">
                  <c:v>0.92757360304150505</c:v>
                </c:pt>
                <c:pt idx="41">
                  <c:v>0.92457360304150504</c:v>
                </c:pt>
                <c:pt idx="42">
                  <c:v>0.92157360304150504</c:v>
                </c:pt>
                <c:pt idx="43">
                  <c:v>0.91857360304150504</c:v>
                </c:pt>
                <c:pt idx="44">
                  <c:v>0.95160207388951601</c:v>
                </c:pt>
                <c:pt idx="45">
                  <c:v>0.97753011766509701</c:v>
                </c:pt>
                <c:pt idx="46">
                  <c:v>0.99369100363346441</c:v>
                </c:pt>
                <c:pt idx="47">
                  <c:v>0.99992325756410083</c:v>
                </c:pt>
                <c:pt idx="48">
                  <c:v>0.99692325756410083</c:v>
                </c:pt>
                <c:pt idx="49">
                  <c:v>0.99392325756410083</c:v>
                </c:pt>
                <c:pt idx="50">
                  <c:v>0.99092325756410082</c:v>
                </c:pt>
                <c:pt idx="51">
                  <c:v>0.98792325756410082</c:v>
                </c:pt>
                <c:pt idx="52">
                  <c:v>0.98492325756410082</c:v>
                </c:pt>
                <c:pt idx="53">
                  <c:v>0.98192325756410082</c:v>
                </c:pt>
                <c:pt idx="54">
                  <c:v>0.97892325756410081</c:v>
                </c:pt>
                <c:pt idx="55">
                  <c:v>0.97592325756410081</c:v>
                </c:pt>
                <c:pt idx="56">
                  <c:v>0.97292325756410081</c:v>
                </c:pt>
                <c:pt idx="57">
                  <c:v>0.9699232575641008</c:v>
                </c:pt>
                <c:pt idx="58">
                  <c:v>0.9669232575641008</c:v>
                </c:pt>
                <c:pt idx="59">
                  <c:v>0.9639232575641008</c:v>
                </c:pt>
                <c:pt idx="60">
                  <c:v>0.9609232575641008</c:v>
                </c:pt>
                <c:pt idx="61">
                  <c:v>0.95792325756410079</c:v>
                </c:pt>
                <c:pt idx="62">
                  <c:v>0.95492325756410079</c:v>
                </c:pt>
                <c:pt idx="63">
                  <c:v>0.95192325756410079</c:v>
                </c:pt>
                <c:pt idx="64">
                  <c:v>0.94892325756410079</c:v>
                </c:pt>
                <c:pt idx="65">
                  <c:v>0.94592325756410078</c:v>
                </c:pt>
                <c:pt idx="66">
                  <c:v>0.94292325756410078</c:v>
                </c:pt>
                <c:pt idx="67">
                  <c:v>0.93992325756410078</c:v>
                </c:pt>
                <c:pt idx="68">
                  <c:v>0.93692325756410078</c:v>
                </c:pt>
                <c:pt idx="69">
                  <c:v>0.93392325756410077</c:v>
                </c:pt>
                <c:pt idx="70">
                  <c:v>0.93092325756410077</c:v>
                </c:pt>
                <c:pt idx="71">
                  <c:v>0.92792325756410077</c:v>
                </c:pt>
                <c:pt idx="72">
                  <c:v>0.92492325756410076</c:v>
                </c:pt>
                <c:pt idx="73">
                  <c:v>0.92192325756410076</c:v>
                </c:pt>
                <c:pt idx="74">
                  <c:v>0.91892325756410076</c:v>
                </c:pt>
                <c:pt idx="75">
                  <c:v>0.9379999767747389</c:v>
                </c:pt>
                <c:pt idx="76">
                  <c:v>0.96791967203148632</c:v>
                </c:pt>
                <c:pt idx="77">
                  <c:v>0.98816823387700037</c:v>
                </c:pt>
                <c:pt idx="78">
                  <c:v>0.99854334537460498</c:v>
                </c:pt>
                <c:pt idx="79">
                  <c:v>0.99894134183977201</c:v>
                </c:pt>
                <c:pt idx="80">
                  <c:v>0.99594134183977201</c:v>
                </c:pt>
                <c:pt idx="81">
                  <c:v>0.99294134183977201</c:v>
                </c:pt>
                <c:pt idx="82">
                  <c:v>0.989941341839772</c:v>
                </c:pt>
                <c:pt idx="83">
                  <c:v>0.986941341839772</c:v>
                </c:pt>
                <c:pt idx="84">
                  <c:v>0.983941341839772</c:v>
                </c:pt>
                <c:pt idx="85">
                  <c:v>0.980941341839772</c:v>
                </c:pt>
                <c:pt idx="86">
                  <c:v>0.97794134183977199</c:v>
                </c:pt>
                <c:pt idx="87">
                  <c:v>0.97494134183977199</c:v>
                </c:pt>
                <c:pt idx="88">
                  <c:v>0.97194134183977199</c:v>
                </c:pt>
                <c:pt idx="89">
                  <c:v>0.96894134183977199</c:v>
                </c:pt>
                <c:pt idx="90">
                  <c:v>0.96594134183977198</c:v>
                </c:pt>
                <c:pt idx="91">
                  <c:v>0.96294134183977198</c:v>
                </c:pt>
                <c:pt idx="92">
                  <c:v>0.95994134183977198</c:v>
                </c:pt>
                <c:pt idx="93">
                  <c:v>0.95694134183977198</c:v>
                </c:pt>
                <c:pt idx="94">
                  <c:v>0.95394134183977197</c:v>
                </c:pt>
                <c:pt idx="95">
                  <c:v>0.95094134183977197</c:v>
                </c:pt>
                <c:pt idx="96">
                  <c:v>0.94794134183977197</c:v>
                </c:pt>
                <c:pt idx="97">
                  <c:v>0.94494134183977196</c:v>
                </c:pt>
                <c:pt idx="98">
                  <c:v>0.94194134183977196</c:v>
                </c:pt>
                <c:pt idx="99">
                  <c:v>0.93894134183977196</c:v>
                </c:pt>
                <c:pt idx="100">
                  <c:v>0.93594134183977196</c:v>
                </c:pt>
                <c:pt idx="101">
                  <c:v>0.93294134183977195</c:v>
                </c:pt>
                <c:pt idx="102">
                  <c:v>0.92994134183977195</c:v>
                </c:pt>
                <c:pt idx="103">
                  <c:v>0.92694134183977195</c:v>
                </c:pt>
                <c:pt idx="104">
                  <c:v>0.92394134183977195</c:v>
                </c:pt>
                <c:pt idx="105">
                  <c:v>0.92094134183977194</c:v>
                </c:pt>
                <c:pt idx="106">
                  <c:v>0.92277542161280657</c:v>
                </c:pt>
                <c:pt idx="107">
                  <c:v>0.95663501627018788</c:v>
                </c:pt>
                <c:pt idx="108">
                  <c:v>0.98093623006649155</c:v>
                </c:pt>
                <c:pt idx="109">
                  <c:v>0.99543625330637742</c:v>
                </c:pt>
                <c:pt idx="110">
                  <c:v>0.99999020655070348</c:v>
                </c:pt>
                <c:pt idx="111">
                  <c:v>0.99699020655070347</c:v>
                </c:pt>
                <c:pt idx="112">
                  <c:v>0.99399020655070347</c:v>
                </c:pt>
                <c:pt idx="113">
                  <c:v>0.99099020655070347</c:v>
                </c:pt>
                <c:pt idx="114">
                  <c:v>0.98799020655070346</c:v>
                </c:pt>
                <c:pt idx="115">
                  <c:v>0.98499020655070346</c:v>
                </c:pt>
                <c:pt idx="116">
                  <c:v>0.98199020655070346</c:v>
                </c:pt>
                <c:pt idx="117">
                  <c:v>0.97899020655070346</c:v>
                </c:pt>
                <c:pt idx="118">
                  <c:v>0.97599020655070345</c:v>
                </c:pt>
                <c:pt idx="119">
                  <c:v>0.97299020655070345</c:v>
                </c:pt>
                <c:pt idx="120">
                  <c:v>0.96999020655070345</c:v>
                </c:pt>
                <c:pt idx="121">
                  <c:v>0.96699020655070345</c:v>
                </c:pt>
                <c:pt idx="122">
                  <c:v>0.96399020655070344</c:v>
                </c:pt>
                <c:pt idx="123">
                  <c:v>0.96099020655070344</c:v>
                </c:pt>
                <c:pt idx="124">
                  <c:v>0.95799020655070344</c:v>
                </c:pt>
                <c:pt idx="125">
                  <c:v>0.95499020655070344</c:v>
                </c:pt>
                <c:pt idx="126">
                  <c:v>0.95199020655070343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D355-4693-90E6-DC285A45595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3976720"/>
        <c:axId val="1043978160"/>
      </c:scatterChart>
      <c:valAx>
        <c:axId val="1043976720"/>
        <c:scaling>
          <c:orientation val="minMax"/>
          <c:max val="12.5"/>
        </c:scaling>
        <c:delete val="1"/>
        <c:axPos val="b"/>
        <c:numFmt formatCode="General" sourceLinked="1"/>
        <c:majorTickMark val="out"/>
        <c:minorTickMark val="none"/>
        <c:tickLblPos val="nextTo"/>
        <c:crossAx val="1043978160"/>
        <c:crosses val="autoZero"/>
        <c:crossBetween val="midCat"/>
      </c:valAx>
      <c:valAx>
        <c:axId val="104397816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104397672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  <a:prstDash val="solid"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1589331701869754E-2"/>
          <c:y val="7.6552049772247527E-2"/>
          <c:w val="0.93841072332351083"/>
          <c:h val="0.91744416105066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Spalte2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Tabelle1!$A$2:$A$65</c:f>
              <c:numCache>
                <c:formatCode>General</c:formatCode>
                <c:ptCount val="64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0.8</c:v>
                </c:pt>
                <c:pt idx="5">
                  <c:v>1</c:v>
                </c:pt>
                <c:pt idx="6">
                  <c:v>1.2</c:v>
                </c:pt>
                <c:pt idx="7">
                  <c:v>1.4</c:v>
                </c:pt>
                <c:pt idx="8">
                  <c:v>1.6</c:v>
                </c:pt>
                <c:pt idx="9">
                  <c:v>1.8</c:v>
                </c:pt>
                <c:pt idx="10">
                  <c:v>2</c:v>
                </c:pt>
                <c:pt idx="11">
                  <c:v>2.2000000000000002</c:v>
                </c:pt>
                <c:pt idx="12">
                  <c:v>2.4</c:v>
                </c:pt>
                <c:pt idx="13">
                  <c:v>2.6</c:v>
                </c:pt>
                <c:pt idx="14">
                  <c:v>2.8</c:v>
                </c:pt>
                <c:pt idx="15">
                  <c:v>3</c:v>
                </c:pt>
                <c:pt idx="16">
                  <c:v>3.2</c:v>
                </c:pt>
                <c:pt idx="17">
                  <c:v>3.4</c:v>
                </c:pt>
                <c:pt idx="18">
                  <c:v>3.6</c:v>
                </c:pt>
                <c:pt idx="19">
                  <c:v>3.8</c:v>
                </c:pt>
                <c:pt idx="20">
                  <c:v>4</c:v>
                </c:pt>
                <c:pt idx="21">
                  <c:v>4.2</c:v>
                </c:pt>
                <c:pt idx="22">
                  <c:v>4.4000000000000004</c:v>
                </c:pt>
                <c:pt idx="23">
                  <c:v>4.5999999999999996</c:v>
                </c:pt>
                <c:pt idx="24">
                  <c:v>4.8</c:v>
                </c:pt>
                <c:pt idx="25">
                  <c:v>5</c:v>
                </c:pt>
                <c:pt idx="26">
                  <c:v>5.2</c:v>
                </c:pt>
                <c:pt idx="27">
                  <c:v>5.4</c:v>
                </c:pt>
                <c:pt idx="28">
                  <c:v>5.6</c:v>
                </c:pt>
                <c:pt idx="29">
                  <c:v>5.8</c:v>
                </c:pt>
                <c:pt idx="30">
                  <c:v>6</c:v>
                </c:pt>
                <c:pt idx="31">
                  <c:v>6.2</c:v>
                </c:pt>
                <c:pt idx="32">
                  <c:v>6.4</c:v>
                </c:pt>
                <c:pt idx="33">
                  <c:v>6.6</c:v>
                </c:pt>
                <c:pt idx="34">
                  <c:v>6.8</c:v>
                </c:pt>
                <c:pt idx="35">
                  <c:v>7</c:v>
                </c:pt>
                <c:pt idx="36">
                  <c:v>7.2</c:v>
                </c:pt>
                <c:pt idx="37">
                  <c:v>7.4</c:v>
                </c:pt>
                <c:pt idx="38">
                  <c:v>7.6</c:v>
                </c:pt>
                <c:pt idx="39">
                  <c:v>7.8</c:v>
                </c:pt>
                <c:pt idx="40">
                  <c:v>8</c:v>
                </c:pt>
                <c:pt idx="41">
                  <c:v>8.1999999999999993</c:v>
                </c:pt>
                <c:pt idx="42">
                  <c:v>8.4</c:v>
                </c:pt>
                <c:pt idx="43">
                  <c:v>8.6</c:v>
                </c:pt>
                <c:pt idx="44">
                  <c:v>8.8000000000000007</c:v>
                </c:pt>
                <c:pt idx="45">
                  <c:v>9</c:v>
                </c:pt>
                <c:pt idx="46">
                  <c:v>9.1999999999999993</c:v>
                </c:pt>
                <c:pt idx="47">
                  <c:v>9.4</c:v>
                </c:pt>
                <c:pt idx="48">
                  <c:v>9.6</c:v>
                </c:pt>
                <c:pt idx="49">
                  <c:v>9.8000000000000007</c:v>
                </c:pt>
                <c:pt idx="50">
                  <c:v>10</c:v>
                </c:pt>
                <c:pt idx="51">
                  <c:v>10.199999999999999</c:v>
                </c:pt>
                <c:pt idx="52">
                  <c:v>10.4</c:v>
                </c:pt>
                <c:pt idx="53">
                  <c:v>10.6</c:v>
                </c:pt>
                <c:pt idx="54">
                  <c:v>10.8</c:v>
                </c:pt>
                <c:pt idx="55">
                  <c:v>11</c:v>
                </c:pt>
                <c:pt idx="56">
                  <c:v>11.2</c:v>
                </c:pt>
                <c:pt idx="57">
                  <c:v>11.4</c:v>
                </c:pt>
                <c:pt idx="58">
                  <c:v>11.6</c:v>
                </c:pt>
                <c:pt idx="59">
                  <c:v>11.8</c:v>
                </c:pt>
                <c:pt idx="60">
                  <c:v>12</c:v>
                </c:pt>
                <c:pt idx="61">
                  <c:v>12.2</c:v>
                </c:pt>
                <c:pt idx="62">
                  <c:v>12.4</c:v>
                </c:pt>
                <c:pt idx="63">
                  <c:v>12.6</c:v>
                </c:pt>
              </c:numCache>
            </c:numRef>
          </c:xVal>
          <c:yVal>
            <c:numRef>
              <c:f>Tabelle1!$B$2:$B$65</c:f>
              <c:numCache>
                <c:formatCode>General</c:formatCode>
                <c:ptCount val="64"/>
                <c:pt idx="0">
                  <c:v>0</c:v>
                </c:pt>
                <c:pt idx="1">
                  <c:v>0.19866933079506122</c:v>
                </c:pt>
                <c:pt idx="2">
                  <c:v>0.38941834230865052</c:v>
                </c:pt>
                <c:pt idx="3">
                  <c:v>0.56464247339503537</c:v>
                </c:pt>
                <c:pt idx="4">
                  <c:v>0.71735609089952279</c:v>
                </c:pt>
                <c:pt idx="5">
                  <c:v>0.8414709848078965</c:v>
                </c:pt>
                <c:pt idx="6">
                  <c:v>0.93203908596722629</c:v>
                </c:pt>
                <c:pt idx="7">
                  <c:v>0.98544972998846014</c:v>
                </c:pt>
                <c:pt idx="8">
                  <c:v>0.99957360304150511</c:v>
                </c:pt>
                <c:pt idx="9">
                  <c:v>0.97384763087819515</c:v>
                </c:pt>
                <c:pt idx="10">
                  <c:v>0.90929742682568171</c:v>
                </c:pt>
                <c:pt idx="11">
                  <c:v>0.80849640381959009</c:v>
                </c:pt>
                <c:pt idx="12">
                  <c:v>0.67546318055115095</c:v>
                </c:pt>
                <c:pt idx="13">
                  <c:v>0.51550137182146416</c:v>
                </c:pt>
                <c:pt idx="14">
                  <c:v>0.33498815015590511</c:v>
                </c:pt>
                <c:pt idx="15">
                  <c:v>0.14112000805986721</c:v>
                </c:pt>
                <c:pt idx="16">
                  <c:v>-5.8374143427580086E-2</c:v>
                </c:pt>
                <c:pt idx="17">
                  <c:v>-0.25554110202683122</c:v>
                </c:pt>
                <c:pt idx="18">
                  <c:v>-0.44252044329485246</c:v>
                </c:pt>
                <c:pt idx="19">
                  <c:v>-0.61185789094271892</c:v>
                </c:pt>
                <c:pt idx="20">
                  <c:v>-0.7568024953079282</c:v>
                </c:pt>
                <c:pt idx="21">
                  <c:v>-0.87157577241358819</c:v>
                </c:pt>
                <c:pt idx="22">
                  <c:v>-0.95160207388951601</c:v>
                </c:pt>
                <c:pt idx="23">
                  <c:v>-0.99369100363346441</c:v>
                </c:pt>
                <c:pt idx="24">
                  <c:v>-0.99616460883584068</c:v>
                </c:pt>
                <c:pt idx="25">
                  <c:v>-0.95892427466313845</c:v>
                </c:pt>
                <c:pt idx="26">
                  <c:v>-0.88345465572015314</c:v>
                </c:pt>
                <c:pt idx="27">
                  <c:v>-0.77276448755598715</c:v>
                </c:pt>
                <c:pt idx="28">
                  <c:v>-0.63126663787232162</c:v>
                </c:pt>
                <c:pt idx="29">
                  <c:v>-0.46460217941375737</c:v>
                </c:pt>
                <c:pt idx="30">
                  <c:v>-0.27941549819892586</c:v>
                </c:pt>
                <c:pt idx="31">
                  <c:v>-8.3089402817496397E-2</c:v>
                </c:pt>
                <c:pt idx="32">
                  <c:v>0.11654920485049364</c:v>
                </c:pt>
                <c:pt idx="33">
                  <c:v>0.31154136351337786</c:v>
                </c:pt>
                <c:pt idx="34">
                  <c:v>0.49411335113860816</c:v>
                </c:pt>
                <c:pt idx="35">
                  <c:v>0.65698659871878906</c:v>
                </c:pt>
                <c:pt idx="36">
                  <c:v>0.79366786384915311</c:v>
                </c:pt>
                <c:pt idx="37">
                  <c:v>0.89870809581162692</c:v>
                </c:pt>
                <c:pt idx="38">
                  <c:v>0.96791967203148632</c:v>
                </c:pt>
                <c:pt idx="39">
                  <c:v>0.99854334537460498</c:v>
                </c:pt>
                <c:pt idx="40">
                  <c:v>0.98935824662338179</c:v>
                </c:pt>
                <c:pt idx="41">
                  <c:v>0.94073055667977312</c:v>
                </c:pt>
                <c:pt idx="42">
                  <c:v>0.85459890808828043</c:v>
                </c:pt>
                <c:pt idx="43">
                  <c:v>0.73439709787411334</c:v>
                </c:pt>
                <c:pt idx="44">
                  <c:v>0.58491719289176169</c:v>
                </c:pt>
                <c:pt idx="45">
                  <c:v>0.41211848524175659</c:v>
                </c:pt>
                <c:pt idx="46">
                  <c:v>0.22288991410024764</c:v>
                </c:pt>
                <c:pt idx="47">
                  <c:v>2.4775425453357765E-2</c:v>
                </c:pt>
                <c:pt idx="48">
                  <c:v>-0.17432678122297965</c:v>
                </c:pt>
                <c:pt idx="49">
                  <c:v>-0.36647912925192838</c:v>
                </c:pt>
                <c:pt idx="50">
                  <c:v>-0.54402111088936977</c:v>
                </c:pt>
                <c:pt idx="51">
                  <c:v>-0.69987468759354232</c:v>
                </c:pt>
                <c:pt idx="52">
                  <c:v>-0.82782646908565372</c:v>
                </c:pt>
                <c:pt idx="53">
                  <c:v>-0.92277542161280657</c:v>
                </c:pt>
                <c:pt idx="54">
                  <c:v>-0.98093623006649155</c:v>
                </c:pt>
                <c:pt idx="55">
                  <c:v>-0.99999020655070348</c:v>
                </c:pt>
                <c:pt idx="56">
                  <c:v>-0.9791777291513174</c:v>
                </c:pt>
                <c:pt idx="57">
                  <c:v>-0.91932852566467571</c:v>
                </c:pt>
                <c:pt idx="58">
                  <c:v>-0.82282859496870886</c:v>
                </c:pt>
                <c:pt idx="59">
                  <c:v>-0.69352508477712238</c:v>
                </c:pt>
                <c:pt idx="60">
                  <c:v>-0.53657291800043494</c:v>
                </c:pt>
                <c:pt idx="61">
                  <c:v>-0.35822928223682871</c:v>
                </c:pt>
                <c:pt idx="62">
                  <c:v>-0.16560417544830941</c:v>
                </c:pt>
                <c:pt idx="63">
                  <c:v>3.3623047221136695E-2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B06-451D-88E0-CC6F36CE1B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3976720"/>
        <c:axId val="1043978160"/>
      </c:scatterChart>
      <c:valAx>
        <c:axId val="1043976720"/>
        <c:scaling>
          <c:orientation val="minMax"/>
          <c:max val="12.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1043978160"/>
        <c:crosses val="autoZero"/>
        <c:crossBetween val="midCat"/>
      </c:valAx>
      <c:valAx>
        <c:axId val="104397816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104397672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A4EE3E-C51C-46FF-A86D-714B8E2F6002}" type="datetimeFigureOut">
              <a:rPr lang="de-DE" smtClean="0"/>
              <a:pPr/>
              <a:t>25.02.2026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68F6A0-EAC2-4ADD-93DE-56541012D13E}" type="slidenum">
              <a:rPr lang="de-DE" smtClean="0"/>
              <a:pPr/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8B467F03-0823-EAD4-9906-68848A50F031}"/>
              </a:ext>
            </a:extLst>
          </p:cNvPr>
          <p:cNvGrpSpPr/>
          <p:nvPr/>
        </p:nvGrpSpPr>
        <p:grpSpPr>
          <a:xfrm>
            <a:off x="899592" y="2420888"/>
            <a:ext cx="7179499" cy="2925906"/>
            <a:chOff x="899592" y="2420888"/>
            <a:chExt cx="7179499" cy="2925906"/>
          </a:xfrm>
        </p:grpSpPr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433A2B36-E311-791C-3CAC-206BF6B717F5}"/>
                </a:ext>
              </a:extLst>
            </p:cNvPr>
            <p:cNvGrpSpPr/>
            <p:nvPr/>
          </p:nvGrpSpPr>
          <p:grpSpPr>
            <a:xfrm>
              <a:off x="899592" y="2420888"/>
              <a:ext cx="7179499" cy="2925906"/>
              <a:chOff x="899592" y="2420888"/>
              <a:chExt cx="7179499" cy="2925906"/>
            </a:xfrm>
          </p:grpSpPr>
          <p:grpSp>
            <p:nvGrpSpPr>
              <p:cNvPr id="19" name="Gruppieren 18"/>
              <p:cNvGrpSpPr/>
              <p:nvPr/>
            </p:nvGrpSpPr>
            <p:grpSpPr>
              <a:xfrm>
                <a:off x="899592" y="2420888"/>
                <a:ext cx="7179499" cy="2925906"/>
                <a:chOff x="899592" y="2420888"/>
                <a:chExt cx="7179499" cy="2925906"/>
              </a:xfrm>
            </p:grpSpPr>
            <p:sp>
              <p:nvSpPr>
                <p:cNvPr id="9" name="Geschweifte Klammer links 8"/>
                <p:cNvSpPr/>
                <p:nvPr/>
              </p:nvSpPr>
              <p:spPr>
                <a:xfrm rot="16200000">
                  <a:off x="3311860" y="4545124"/>
                  <a:ext cx="288032" cy="648072"/>
                </a:xfrm>
                <a:prstGeom prst="leftBrac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" name="Geschweifte Klammer links 9"/>
                <p:cNvSpPr/>
                <p:nvPr/>
              </p:nvSpPr>
              <p:spPr>
                <a:xfrm rot="16200000">
                  <a:off x="4463988" y="4113076"/>
                  <a:ext cx="288032" cy="1512168"/>
                </a:xfrm>
                <a:prstGeom prst="leftBrac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" name="Geschweifte Klammer links 10"/>
                <p:cNvSpPr/>
                <p:nvPr/>
              </p:nvSpPr>
              <p:spPr>
                <a:xfrm rot="16200000">
                  <a:off x="6228184" y="3933056"/>
                  <a:ext cx="288032" cy="1872208"/>
                </a:xfrm>
                <a:prstGeom prst="leftBrac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" name="Geschweifte Klammer links 11"/>
                <p:cNvSpPr/>
                <p:nvPr/>
              </p:nvSpPr>
              <p:spPr>
                <a:xfrm rot="16200000">
                  <a:off x="2591780" y="4545124"/>
                  <a:ext cx="288032" cy="648072"/>
                </a:xfrm>
                <a:prstGeom prst="leftBrac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" name="Textfeld 12"/>
                <p:cNvSpPr txBox="1"/>
                <p:nvPr/>
              </p:nvSpPr>
              <p:spPr>
                <a:xfrm>
                  <a:off x="2195736" y="5085184"/>
                  <a:ext cx="89800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100" dirty="0" err="1"/>
                    <a:t>Rectification</a:t>
                  </a:r>
                  <a:endParaRPr lang="de-DE" sz="1100" dirty="0"/>
                </a:p>
              </p:txBody>
            </p:sp>
            <p:sp>
              <p:nvSpPr>
                <p:cNvPr id="14" name="Textfeld 13"/>
                <p:cNvSpPr txBox="1"/>
                <p:nvPr/>
              </p:nvSpPr>
              <p:spPr>
                <a:xfrm>
                  <a:off x="2987824" y="5085184"/>
                  <a:ext cx="104227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100" dirty="0"/>
                    <a:t>On/Off </a:t>
                  </a:r>
                  <a:r>
                    <a:rPr lang="de-DE" sz="1100" dirty="0" err="1"/>
                    <a:t>Control</a:t>
                  </a:r>
                  <a:endParaRPr lang="de-DE" sz="1100" dirty="0"/>
                </a:p>
              </p:txBody>
            </p:sp>
            <p:sp>
              <p:nvSpPr>
                <p:cNvPr id="15" name="Textfeld 14"/>
                <p:cNvSpPr txBox="1"/>
                <p:nvPr/>
              </p:nvSpPr>
              <p:spPr>
                <a:xfrm>
                  <a:off x="4139952" y="5085184"/>
                  <a:ext cx="106471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100" dirty="0"/>
                    <a:t>Buck </a:t>
                  </a:r>
                  <a:r>
                    <a:rPr lang="de-DE" sz="1100" dirty="0" err="1"/>
                    <a:t>Converter</a:t>
                  </a:r>
                  <a:endParaRPr lang="de-DE" sz="1100" dirty="0"/>
                </a:p>
              </p:txBody>
            </p:sp>
            <p:sp>
              <p:nvSpPr>
                <p:cNvPr id="16" name="Textfeld 15"/>
                <p:cNvSpPr txBox="1"/>
                <p:nvPr/>
              </p:nvSpPr>
              <p:spPr>
                <a:xfrm>
                  <a:off x="5940152" y="5085184"/>
                  <a:ext cx="88197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100" dirty="0" err="1"/>
                    <a:t>Stabilization</a:t>
                  </a:r>
                  <a:endParaRPr lang="de-DE" sz="1100" dirty="0"/>
                </a:p>
              </p:txBody>
            </p:sp>
            <p:pic>
              <p:nvPicPr>
                <p:cNvPr id="18" name="Grafik 17" descr="VoltageSupply.png"/>
                <p:cNvPicPr>
                  <a:picLocks noChangeAspect="1"/>
                </p:cNvPicPr>
                <p:nvPr/>
              </p:nvPicPr>
              <p:blipFill>
                <a:blip r:embed="rId2" cstate="print"/>
                <a:srcRect l="12815" t="30301" r="8669" b="34158"/>
                <a:stretch>
                  <a:fillRect/>
                </a:stretch>
              </p:blipFill>
              <p:spPr>
                <a:xfrm>
                  <a:off x="899592" y="2420888"/>
                  <a:ext cx="7179499" cy="2223267"/>
                </a:xfrm>
                <a:prstGeom prst="rect">
                  <a:avLst/>
                </a:prstGeom>
              </p:spPr>
            </p:pic>
          </p:grpSp>
          <p:sp>
            <p:nvSpPr>
              <p:cNvPr id="2" name="Geschweifte Klammer links 1">
                <a:extLst>
                  <a:ext uri="{FF2B5EF4-FFF2-40B4-BE49-F238E27FC236}">
                    <a16:creationId xmlns:a16="http://schemas.microsoft.com/office/drawing/2014/main" id="{9EC9D7E8-465D-CB7F-BABF-4ADE3AE71243}"/>
                  </a:ext>
                </a:extLst>
              </p:cNvPr>
              <p:cNvSpPr/>
              <p:nvPr/>
            </p:nvSpPr>
            <p:spPr>
              <a:xfrm rot="16200000">
                <a:off x="1691680" y="4365104"/>
                <a:ext cx="288032" cy="1008112"/>
              </a:xfrm>
              <a:prstGeom prst="lef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B1BB88DD-A82B-9461-F193-3F9AEED336EA}"/>
                </a:ext>
              </a:extLst>
            </p:cNvPr>
            <p:cNvSpPr txBox="1"/>
            <p:nvPr/>
          </p:nvSpPr>
          <p:spPr>
            <a:xfrm>
              <a:off x="1366466" y="5085184"/>
              <a:ext cx="89800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 dirty="0"/>
                <a:t>Transformer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DB2C4E49-CBB7-AB6C-884F-5F4CDB5366BF}"/>
              </a:ext>
            </a:extLst>
          </p:cNvPr>
          <p:cNvGrpSpPr/>
          <p:nvPr/>
        </p:nvGrpSpPr>
        <p:grpSpPr>
          <a:xfrm>
            <a:off x="1147798" y="1916832"/>
            <a:ext cx="7040925" cy="2590800"/>
            <a:chOff x="1147798" y="1916832"/>
            <a:chExt cx="7040925" cy="2590800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2EBD660-6A18-27B0-4C56-D976B2670CA4}"/>
                </a:ext>
              </a:extLst>
            </p:cNvPr>
            <p:cNvGrpSpPr/>
            <p:nvPr/>
          </p:nvGrpSpPr>
          <p:grpSpPr>
            <a:xfrm>
              <a:off x="1779098" y="1916832"/>
              <a:ext cx="5911450" cy="2590800"/>
              <a:chOff x="1779098" y="1916832"/>
              <a:chExt cx="5911450" cy="2590800"/>
            </a:xfrm>
          </p:grpSpPr>
          <p:pic>
            <p:nvPicPr>
              <p:cNvPr id="5" name="Grafik 4">
                <a:extLst>
                  <a:ext uri="{FF2B5EF4-FFF2-40B4-BE49-F238E27FC236}">
                    <a16:creationId xmlns:a16="http://schemas.microsoft.com/office/drawing/2014/main" id="{A9D38787-13E3-586C-D1A6-E7C5C622FC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85975" y="1916832"/>
                <a:ext cx="4972050" cy="2590800"/>
              </a:xfrm>
              <a:prstGeom prst="rect">
                <a:avLst/>
              </a:prstGeom>
            </p:spPr>
          </p:pic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AEE32407-C9C5-40B1-D612-FEFCBF48B467}"/>
                  </a:ext>
                </a:extLst>
              </p:cNvPr>
              <p:cNvSpPr txBox="1"/>
              <p:nvPr/>
            </p:nvSpPr>
            <p:spPr>
              <a:xfrm>
                <a:off x="1779098" y="2924445"/>
                <a:ext cx="3850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u</a:t>
                </a:r>
                <a:r>
                  <a:rPr lang="de-DE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1</a:t>
                </a:r>
              </a:p>
            </p:txBody>
          </p:sp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D10BB01-DE59-B3C6-CA5D-BA94CCBB13C7}"/>
                  </a:ext>
                </a:extLst>
              </p:cNvPr>
              <p:cNvSpPr txBox="1"/>
              <p:nvPr/>
            </p:nvSpPr>
            <p:spPr>
              <a:xfrm>
                <a:off x="7305506" y="2924445"/>
                <a:ext cx="3850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u</a:t>
                </a:r>
                <a:r>
                  <a:rPr lang="de-DE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2</a:t>
                </a:r>
              </a:p>
            </p:txBody>
          </p:sp>
          <p:cxnSp>
            <p:nvCxnSpPr>
              <p:cNvPr id="11" name="Gerade Verbindung mit Pfeil 10">
                <a:extLst>
                  <a:ext uri="{FF2B5EF4-FFF2-40B4-BE49-F238E27FC236}">
                    <a16:creationId xmlns:a16="http://schemas.microsoft.com/office/drawing/2014/main" id="{00E22E7E-753B-A82C-68D5-E5F955537066}"/>
                  </a:ext>
                </a:extLst>
              </p:cNvPr>
              <p:cNvCxnSpPr/>
              <p:nvPr/>
            </p:nvCxnSpPr>
            <p:spPr>
              <a:xfrm>
                <a:off x="2411760" y="2708920"/>
                <a:ext cx="360040" cy="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CCCC3D4E-9A2F-D2C2-C088-94CB3F983C1E}"/>
                  </a:ext>
                </a:extLst>
              </p:cNvPr>
              <p:cNvCxnSpPr/>
              <p:nvPr/>
            </p:nvCxnSpPr>
            <p:spPr>
              <a:xfrm>
                <a:off x="6300192" y="2636912"/>
                <a:ext cx="360040" cy="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BFCA14B1-28E1-F2C2-0DCE-EE98F86D2D80}"/>
                  </a:ext>
                </a:extLst>
              </p:cNvPr>
              <p:cNvSpPr txBox="1"/>
              <p:nvPr/>
            </p:nvSpPr>
            <p:spPr>
              <a:xfrm>
                <a:off x="2411760" y="2339588"/>
                <a:ext cx="3161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>
                    <a:solidFill>
                      <a:srgbClr val="FF0000"/>
                    </a:solidFill>
                  </a:rPr>
                  <a:t>i</a:t>
                </a:r>
                <a:r>
                  <a:rPr lang="de-DE" baseline="-25000" dirty="0">
                    <a:solidFill>
                      <a:srgbClr val="FF0000"/>
                    </a:solidFill>
                  </a:rPr>
                  <a:t>1</a:t>
                </a:r>
              </a:p>
            </p:txBody>
          </p:sp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76727ACA-808A-1200-79D6-38B6DEC4049F}"/>
                  </a:ext>
                </a:extLst>
              </p:cNvPr>
              <p:cNvSpPr txBox="1"/>
              <p:nvPr/>
            </p:nvSpPr>
            <p:spPr>
              <a:xfrm>
                <a:off x="6323705" y="2267580"/>
                <a:ext cx="3161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>
                    <a:solidFill>
                      <a:srgbClr val="FF0000"/>
                    </a:solidFill>
                  </a:rPr>
                  <a:t>i</a:t>
                </a:r>
                <a:r>
                  <a:rPr lang="de-DE" baseline="-25000" dirty="0">
                    <a:solidFill>
                      <a:srgbClr val="FF0000"/>
                    </a:solidFill>
                  </a:rPr>
                  <a:t>2</a:t>
                </a:r>
              </a:p>
            </p:txBody>
          </p:sp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864A2B3-3D3F-CDC5-B5AC-D43F19B8F0FE}"/>
                  </a:ext>
                </a:extLst>
              </p:cNvPr>
              <p:cNvSpPr txBox="1"/>
              <p:nvPr/>
            </p:nvSpPr>
            <p:spPr>
              <a:xfrm>
                <a:off x="2591780" y="3134991"/>
                <a:ext cx="432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N</a:t>
                </a:r>
                <a:r>
                  <a:rPr lang="de-DE" baseline="-25000" dirty="0"/>
                  <a:t>1</a:t>
                </a:r>
              </a:p>
            </p:txBody>
          </p: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C6FA19F2-65DF-9F2D-1A9F-9F4D3955F3D2}"/>
                  </a:ext>
                </a:extLst>
              </p:cNvPr>
              <p:cNvSpPr txBox="1"/>
              <p:nvPr/>
            </p:nvSpPr>
            <p:spPr>
              <a:xfrm>
                <a:off x="6248064" y="3037613"/>
                <a:ext cx="432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N</a:t>
                </a:r>
                <a:r>
                  <a:rPr lang="de-DE" baseline="-25000" dirty="0"/>
                  <a:t>2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582A74F8-71A8-6B06-4AD6-DAE1294AC062}"/>
                      </a:ext>
                    </a:extLst>
                  </p:cNvPr>
                  <p:cNvSpPr txBox="1"/>
                  <p:nvPr/>
                </p:nvSpPr>
                <p:spPr>
                  <a:xfrm>
                    <a:off x="4301833" y="2924445"/>
                    <a:ext cx="492443" cy="61414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l-GR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de-DE" dirty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d</m:t>
                              </m:r>
                              <m:r>
                                <m:rPr>
                                  <m:nor/>
                                </m:rPr>
                                <a:rPr lang="el-GR" dirty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φ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de-DE" b="0" i="0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dt</m:t>
                              </m:r>
                            </m:den>
                          </m:f>
                        </m:oMath>
                      </m:oMathPara>
                    </a14:m>
                    <a:endParaRPr lang="de-DE" baseline="-2500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2" name="Textfeld 21">
                    <a:extLst>
                      <a:ext uri="{FF2B5EF4-FFF2-40B4-BE49-F238E27FC236}">
                        <a16:creationId xmlns:a16="http://schemas.microsoft.com/office/drawing/2014/main" id="{582A74F8-71A8-6B06-4AD6-DAE1294AC0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01833" y="2924445"/>
                    <a:ext cx="492443" cy="61414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Bogen 22">
                <a:extLst>
                  <a:ext uri="{FF2B5EF4-FFF2-40B4-BE49-F238E27FC236}">
                    <a16:creationId xmlns:a16="http://schemas.microsoft.com/office/drawing/2014/main" id="{A9F285DC-1145-BE9A-B34B-9B600C1BEA35}"/>
                  </a:ext>
                </a:extLst>
              </p:cNvPr>
              <p:cNvSpPr/>
              <p:nvPr/>
            </p:nvSpPr>
            <p:spPr>
              <a:xfrm>
                <a:off x="2984736" y="2553625"/>
                <a:ext cx="3058591" cy="741640"/>
              </a:xfrm>
              <a:prstGeom prst="arc">
                <a:avLst>
                  <a:gd name="adj1" fmla="val 11512555"/>
                  <a:gd name="adj2" fmla="val 20760159"/>
                </a:avLst>
              </a:prstGeom>
              <a:ln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Bogen 23">
                <a:extLst>
                  <a:ext uri="{FF2B5EF4-FFF2-40B4-BE49-F238E27FC236}">
                    <a16:creationId xmlns:a16="http://schemas.microsoft.com/office/drawing/2014/main" id="{4A2AEA3C-6906-4264-D727-69E05856E2C2}"/>
                  </a:ext>
                </a:extLst>
              </p:cNvPr>
              <p:cNvSpPr/>
              <p:nvPr/>
            </p:nvSpPr>
            <p:spPr>
              <a:xfrm rot="10800000">
                <a:off x="2915816" y="3504323"/>
                <a:ext cx="3058591" cy="741640"/>
              </a:xfrm>
              <a:prstGeom prst="arc">
                <a:avLst>
                  <a:gd name="adj1" fmla="val 11512555"/>
                  <a:gd name="adj2" fmla="val 20760159"/>
                </a:avLst>
              </a:prstGeom>
              <a:ln>
                <a:solidFill>
                  <a:schemeClr val="accent6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28" name="Diagramm 27">
                  <a:extLst>
                    <a:ext uri="{FF2B5EF4-FFF2-40B4-BE49-F238E27FC236}">
                      <a16:creationId xmlns:a16="http://schemas.microsoft.com/office/drawing/2014/main" id="{22D0C0BE-B0B0-E15D-D776-0A254CCD08FD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559987264"/>
                    </p:ext>
                  </p:extLst>
                </p:nvPr>
              </p:nvGraphicFramePr>
              <p:xfrm>
                <a:off x="1147798" y="2771736"/>
                <a:ext cx="1508109" cy="119694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4"/>
                </a:graphicData>
              </a:graphic>
            </p:graphicFrame>
          </mc:Choice>
          <mc:Fallback>
            <p:graphicFrame>
              <p:nvGraphicFramePr>
                <p:cNvPr id="28" name="Diagramm 27">
                  <a:extLst>
                    <a:ext uri="{FF2B5EF4-FFF2-40B4-BE49-F238E27FC236}">
                      <a16:creationId xmlns:a16="http://schemas.microsoft.com/office/drawing/2014/main" id="{22D0C0BE-B0B0-E15D-D776-0A254CCD08FD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559987264"/>
                    </p:ext>
                  </p:extLst>
                </p:nvPr>
              </p:nvGraphicFramePr>
              <p:xfrm>
                <a:off x="1147798" y="2771736"/>
                <a:ext cx="1508109" cy="119694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4"/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29" name="Diagramm 28">
                  <a:extLst>
                    <a:ext uri="{FF2B5EF4-FFF2-40B4-BE49-F238E27FC236}">
                      <a16:creationId xmlns:a16="http://schemas.microsoft.com/office/drawing/2014/main" id="{AB2D630A-1FBB-2711-471F-FC4F8A7B62BE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22580397"/>
                    </p:ext>
                  </p:extLst>
                </p:nvPr>
              </p:nvGraphicFramePr>
              <p:xfrm>
                <a:off x="6680614" y="2795062"/>
                <a:ext cx="1508109" cy="104918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5"/>
                </a:graphicData>
              </a:graphic>
            </p:graphicFrame>
          </mc:Choice>
          <mc:Fallback>
            <p:graphicFrame>
              <p:nvGraphicFramePr>
                <p:cNvPr id="29" name="Diagramm 28">
                  <a:extLst>
                    <a:ext uri="{FF2B5EF4-FFF2-40B4-BE49-F238E27FC236}">
                      <a16:creationId xmlns:a16="http://schemas.microsoft.com/office/drawing/2014/main" id="{AB2D630A-1FBB-2711-471F-FC4F8A7B62BE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22580397"/>
                    </p:ext>
                  </p:extLst>
                </p:nvPr>
              </p:nvGraphicFramePr>
              <p:xfrm>
                <a:off x="6680614" y="2795062"/>
                <a:ext cx="1508109" cy="1049189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5"/>
                </a:graphicData>
              </a:graphic>
            </p:graphicFrame>
          </mc:Fallback>
        </mc:AlternateContent>
      </p:grpSp>
    </p:spTree>
    <p:extLst>
      <p:ext uri="{BB962C8B-B14F-4D97-AF65-F5344CB8AC3E}">
        <p14:creationId xmlns:p14="http://schemas.microsoft.com/office/powerpoint/2010/main" val="3022740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CA68B292-1061-B37E-FF96-81CACE3D8D52}"/>
              </a:ext>
            </a:extLst>
          </p:cNvPr>
          <p:cNvGrpSpPr/>
          <p:nvPr/>
        </p:nvGrpSpPr>
        <p:grpSpPr>
          <a:xfrm>
            <a:off x="773149" y="2219803"/>
            <a:ext cx="7669760" cy="1702523"/>
            <a:chOff x="773149" y="2219803"/>
            <a:chExt cx="7669760" cy="1702523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3EF7D70-E26F-06C2-C3AF-83E9211BFD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43908" y="2331651"/>
              <a:ext cx="1600200" cy="1590675"/>
            </a:xfrm>
            <a:prstGeom prst="rect">
              <a:avLst/>
            </a:prstGeom>
          </p:spPr>
        </p:pic>
        <p:graphicFrame>
          <p:nvGraphicFramePr>
            <p:cNvPr id="10" name="Diagramm 9">
              <a:extLst>
                <a:ext uri="{FF2B5EF4-FFF2-40B4-BE49-F238E27FC236}">
                  <a16:creationId xmlns:a16="http://schemas.microsoft.com/office/drawing/2014/main" id="{44D797F7-F82D-D650-9DA8-1FDBA595037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08831600"/>
                </p:ext>
              </p:extLst>
            </p:nvPr>
          </p:nvGraphicFramePr>
          <p:xfrm>
            <a:off x="4860032" y="2331651"/>
            <a:ext cx="3582877" cy="100669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12" name="Diagramm 11">
              <a:extLst>
                <a:ext uri="{FF2B5EF4-FFF2-40B4-BE49-F238E27FC236}">
                  <a16:creationId xmlns:a16="http://schemas.microsoft.com/office/drawing/2014/main" id="{82EBE0DF-2EC7-0F2A-DD72-FB41236BF4CE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16134004"/>
                </p:ext>
              </p:extLst>
            </p:nvPr>
          </p:nvGraphicFramePr>
          <p:xfrm>
            <a:off x="773149" y="2420888"/>
            <a:ext cx="2584276" cy="1201423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9648F62E-2B1C-EEC7-5C29-195DBFC4D4F6}"/>
                </a:ext>
              </a:extLst>
            </p:cNvPr>
            <p:cNvSpPr txBox="1"/>
            <p:nvPr/>
          </p:nvSpPr>
          <p:spPr>
            <a:xfrm>
              <a:off x="3458866" y="2836933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0070C0"/>
                  </a:solidFill>
                </a:rPr>
                <a:t>u</a:t>
              </a:r>
              <a:r>
                <a:rPr lang="de-DE" baseline="-25000" dirty="0">
                  <a:solidFill>
                    <a:srgbClr val="0070C0"/>
                  </a:solidFill>
                </a:rPr>
                <a:t>1</a:t>
              </a:r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8E9A2FF0-666B-058F-57B0-D1C00060FCFB}"/>
                </a:ext>
              </a:extLst>
            </p:cNvPr>
            <p:cNvSpPr txBox="1"/>
            <p:nvPr/>
          </p:nvSpPr>
          <p:spPr>
            <a:xfrm>
              <a:off x="5148064" y="2219803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C00000"/>
                  </a:solidFill>
                </a:rPr>
                <a:t>u</a:t>
              </a:r>
              <a:r>
                <a:rPr lang="de-DE" baseline="-25000" dirty="0">
                  <a:solidFill>
                    <a:srgbClr val="C00000"/>
                  </a:solidFill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7258089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Bildschirmpräsentation (4:3)</PresentationFormat>
  <Paragraphs>14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 Math</vt:lpstr>
      <vt:lpstr>Larissa-Design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Benutzer1</dc:creator>
  <cp:lastModifiedBy>Thielemann Jens (VM/ECC32-HS)</cp:lastModifiedBy>
  <cp:revision>7</cp:revision>
  <dcterms:created xsi:type="dcterms:W3CDTF">2026-02-19T15:18:42Z</dcterms:created>
  <dcterms:modified xsi:type="dcterms:W3CDTF">2026-02-25T14:17:13Z</dcterms:modified>
</cp:coreProperties>
</file>